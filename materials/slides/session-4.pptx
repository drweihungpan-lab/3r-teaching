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sandbox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exercises/session-4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Relationship Id="rId3" Type="http://schemas.openxmlformats.org/officeDocument/2006/relationships/hyperlink" Target="../assessment/final-presentation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21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4: An API, containers, and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Compose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Put one function behind two interfaces, then run the whole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system with one command.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Add a FastAPI service to your Backend repo.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Package it in a Docker image.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it with the supplied frontend page using Docker Compose.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21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170-minute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00–10: Back at the bubble tea shop; device example Stages 6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7.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10–60: Hour one — an API in front of the same function.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60–70: Break — 10 minutes.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70–130: Hour two — Dockerfile, images, containers, Compose.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0584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130–170: Hands-on — run, trace, and fix a controlled fault.</a:t>
            </a:r>
          </a:p>
        </p:txBody>
      </p:sp>
      <p:sp>
        <p:nvSpPr>
          <p:cNvPr id="11" name="content:line-19:0"/>
          <p:cNvSpPr txBox="1"/>
          <p:nvPr/>
        </p:nvSpPr>
        <p:spPr>
          <a:xfrm>
            <a:off x="594360" y="45506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Unfinished practice continues at home. The local-versus-Docker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 is homework.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21</a:t>
            </a:r>
          </a:p>
        </p:txBody>
      </p:sp>
      <p:sp>
        <p:nvSpPr>
          <p:cNvPr id="4" name="title:line-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</a:t>
            </a:r>
          </a:p>
        </p:txBody>
      </p:sp>
      <p:sp>
        <p:nvSpPr>
          <p:cNvPr id="6" name="content:line-2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You open a second shop in Hsinchu Science Park. How do you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make sure it tastes the same?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21</a:t>
            </a:r>
          </a:p>
        </p:txBody>
      </p:sp>
      <p:sp>
        <p:nvSpPr>
          <p:cNvPr id="4" name="title:line-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6: an API and a page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4</a:t>
            </a:r>
          </a:p>
        </p:txBody>
      </p:sp>
      <p:sp>
        <p:nvSpPr>
          <p:cNvPr id="6" name="content:line-31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FastAPI endpoint returns each device's predicted limit date.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one-page Streamlit app shows it to someone who does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program.</a:t>
            </a:r>
          </a:p>
        </p:txBody>
      </p:sp>
      <p:sp>
        <p:nvSpPr>
          <p:cNvPr id="7" name="content:line-32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 works only on a correctly set-up machine: the right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right packages, and two terminals running at once.</a:t>
            </a:r>
          </a:p>
        </p:txBody>
      </p:sp>
      <p:sp>
        <p:nvSpPr>
          <p:cNvPr id="8" name="content:line-35:0"/>
          <p:cNvSpPr txBox="1"/>
          <p:nvPr/>
        </p:nvSpPr>
        <p:spPr>
          <a:xfrm>
            <a:off x="594360" y="37779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terminal 1: uvicorn app.main:app   (API on port 8000)</a:t>
            </a:r>
          </a:p>
        </p:txBody>
      </p:sp>
      <p:sp>
        <p:nvSpPr>
          <p:cNvPr id="9" name="content:line-36:0"/>
          <p:cNvSpPr txBox="1"/>
          <p:nvPr/>
        </p:nvSpPr>
        <p:spPr>
          <a:xfrm>
            <a:off x="594360" y="41559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terminal 2: streamlit run frontend/app.py   (page on port 8501)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21</a:t>
            </a:r>
          </a:p>
        </p:txBody>
      </p:sp>
      <p:sp>
        <p:nvSpPr>
          <p:cNvPr id="4" name="title:line-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7: Docker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5</a:t>
            </a:r>
          </a:p>
        </p:txBody>
      </p:sp>
      <p:sp>
        <p:nvSpPr>
          <p:cNvPr id="6" name="content:line-4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Docker Compose starts the API and the page together,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command.</a:t>
            </a:r>
          </a:p>
        </p:txBody>
      </p:sp>
      <p:sp>
        <p:nvSpPr>
          <p:cNvPr id="7" name="content:line-4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the limit dates from a local run and a Docker run,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exactly:</a:t>
            </a:r>
          </a:p>
        </p:txBody>
      </p:sp>
      <p:sp>
        <p:nvSpPr>
          <p:cNvPr id="8" name="content:line-47:0"/>
          <p:cNvSpPr txBox="1"/>
          <p:nvPr/>
        </p:nvSpPr>
        <p:spPr>
          <a:xfrm>
            <a:off x="594360" y="34259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local  DEV-C 2026-01-16</a:t>
            </a:r>
          </a:p>
        </p:txBody>
      </p:sp>
      <p:sp>
        <p:nvSpPr>
          <p:cNvPr id="9" name="content:line-48:0"/>
          <p:cNvSpPr txBox="1"/>
          <p:nvPr/>
        </p:nvSpPr>
        <p:spPr>
          <a:xfrm>
            <a:off x="594360" y="38039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DEV-C 2026-01-16</a:t>
            </a:r>
          </a:p>
        </p:txBody>
      </p:sp>
      <p:sp>
        <p:nvSpPr>
          <p:cNvPr id="10" name="content:line-49:0"/>
          <p:cNvSpPr txBox="1"/>
          <p:nvPr/>
        </p:nvSpPr>
        <p:spPr>
          <a:xfrm>
            <a:off x="594360" y="41818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MATCH: local and Docker limit dates are identical</a:t>
            </a:r>
          </a:p>
        </p:txBody>
      </p:sp>
      <p:sp>
        <p:nvSpPr>
          <p:cNvPr id="11" name="content:line-52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Same code and data, a slightly different environment,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answer: replicability.</a:t>
            </a:r>
          </a:p>
        </p:txBody>
      </p:sp>
      <p:sp>
        <p:nvSpPr>
          <p:cNvPr id="12" name="content:line-53:0"/>
          <p:cNvSpPr txBox="1"/>
          <p:nvPr/>
        </p:nvSpPr>
        <p:spPr>
          <a:xfrm>
            <a:off x="594360" y="54041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Session 5 recaps all seven stages. Files: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folder of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Sandbox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21</a:t>
            </a:r>
          </a:p>
        </p:txBody>
      </p:sp>
      <p:sp>
        <p:nvSpPr>
          <p:cNvPr id="4" name="title:line-5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One function, two interfaces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6</a:t>
            </a:r>
          </a:p>
        </p:txBody>
      </p:sp>
      <p:sp>
        <p:nvSpPr>
          <p:cNvPr id="6" name="content:line-60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command line:  device_limit --input a.csv --output b.csv  ─┐</a:t>
            </a:r>
          </a:p>
        </p:txBody>
      </p:sp>
      <p:sp>
        <p:nvSpPr>
          <p:cNvPr id="7" name="content:line-61:0"/>
          <p:cNvSpPr txBox="1"/>
          <p:nvPr/>
        </p:nvSpPr>
        <p:spPr>
          <a:xfrm>
            <a:off x="594360" y="2115312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                                           ├→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predict_limit_dates</a:t>
            </a:r>
          </a:p>
        </p:txBody>
      </p:sp>
      <p:sp>
        <p:nvSpPr>
          <p:cNvPr id="8" name="content:line-62:0"/>
          <p:cNvSpPr txBox="1"/>
          <p:nvPr/>
        </p:nvSpPr>
        <p:spPr>
          <a:xfrm>
            <a:off x="594360" y="279501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HTTP API:      POST /predict  (a CSV upload)              ─┘</a:t>
            </a:r>
          </a:p>
        </p:txBody>
      </p:sp>
      <p:sp>
        <p:nvSpPr>
          <p:cNvPr id="9" name="content:line-65:0"/>
          <p:cNvSpPr txBox="1"/>
          <p:nvPr/>
        </p:nvSpPr>
        <p:spPr>
          <a:xfrm>
            <a:off x="594360" y="317296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processing code does not know who called it.</a:t>
            </a:r>
          </a:p>
        </p:txBody>
      </p:sp>
      <p:sp>
        <p:nvSpPr>
          <p:cNvPr id="10" name="content:line-66:0"/>
          <p:cNvSpPr txBox="1"/>
          <p:nvPr/>
        </p:nvSpPr>
        <p:spPr>
          <a:xfrm>
            <a:off x="594360" y="36652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API turns a bad upload into a clear HTTP error, not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crash.</a:t>
            </a:r>
          </a:p>
        </p:txBody>
      </p:sp>
      <p:sp>
        <p:nvSpPr>
          <p:cNvPr id="11" name="content:line-67:0"/>
          <p:cNvSpPr txBox="1"/>
          <p:nvPr/>
        </p:nvSpPr>
        <p:spPr>
          <a:xfrm>
            <a:off x="594360" y="450951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Adding the API does not change what the command-line tool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21</a:t>
            </a:r>
          </a:p>
        </p:txBody>
      </p:sp>
      <p:sp>
        <p:nvSpPr>
          <p:cNvPr id="4" name="title:line-7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An API is a contract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7</a:t>
            </a:r>
          </a:p>
        </p:txBody>
      </p:sp>
      <p:sp>
        <p:nvSpPr>
          <p:cNvPr id="6" name="content:line-7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API means a defined way for programs to communicate. This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has two endpoints.</a:t>
            </a:r>
          </a:p>
        </p:txBody>
      </p:sp>
      <p:sp>
        <p:nvSpPr>
          <p:cNvPr id="7" name="content:line-76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GET  /health    →  {"status": "ok"}</a:t>
            </a:r>
          </a:p>
        </p:txBody>
      </p:sp>
      <p:sp>
        <p:nvSpPr>
          <p:cNvPr id="8" name="content:line-77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POST /predict   →  {"devices": [{"device_id": "DEV-A",</a:t>
            </a:r>
          </a:p>
        </p:txBody>
      </p:sp>
      <p:sp>
        <p:nvSpPr>
          <p:cNvPr id="9" name="content:line-78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                "limit_date": "2026-06-30"}, ...]}</a:t>
            </a:r>
          </a:p>
        </p:txBody>
      </p:sp>
      <p:sp>
        <p:nvSpPr>
          <p:cNvPr id="10" name="content:line-81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CSV goes in the multipart field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82:0"/>
          <p:cNvSpPr txBox="1"/>
          <p:nvPr/>
        </p:nvSpPr>
        <p:spPr>
          <a:xfrm>
            <a:off x="594360" y="42077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Anything wrong with the upload returns HTTP 422 and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message naming the file and the problem.</a:t>
            </a:r>
          </a:p>
        </p:txBody>
      </p:sp>
      <p:sp>
        <p:nvSpPr>
          <p:cNvPr id="12" name="content:line-83:0"/>
          <p:cNvSpPr txBox="1"/>
          <p:nvPr/>
        </p:nvSpPr>
        <p:spPr>
          <a:xfrm>
            <a:off x="594360" y="50520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page you will run later relies on exactly this contract.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21</a:t>
            </a:r>
          </a:p>
        </p:txBody>
      </p:sp>
      <p:sp>
        <p:nvSpPr>
          <p:cNvPr id="4" name="title:line-8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Optional dependencies: the api extra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8</a:t>
            </a:r>
          </a:p>
        </p:txBody>
      </p:sp>
      <p:sp>
        <p:nvSpPr>
          <p:cNvPr id="6" name="content:line-8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command-line tool needs only click, numpy and pandas.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API needs more.</a:t>
            </a:r>
          </a:p>
        </p:txBody>
      </p:sp>
      <p:sp>
        <p:nvSpPr>
          <p:cNvPr id="7" name="content:line-92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[options.extras_require]</a:t>
            </a:r>
          </a:p>
        </p:txBody>
      </p:sp>
      <p:sp>
        <p:nvSpPr>
          <p:cNvPr id="8" name="content:line-93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api = fastapi; uvicorn; python-multipart</a:t>
            </a:r>
          </a:p>
        </p:txBody>
      </p:sp>
      <p:sp>
        <p:nvSpPr>
          <p:cNvPr id="9" name="content:line-96:0"/>
          <p:cNvSpPr txBox="1"/>
          <p:nvPr/>
        </p:nvSpPr>
        <p:spPr>
          <a:xfrm>
            <a:off x="594360" y="33375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pip install .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stays small;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pip install '.[api]'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adds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web server.</a:t>
            </a:r>
          </a:p>
        </p:txBody>
      </p:sp>
      <p:sp>
        <p:nvSpPr>
          <p:cNvPr id="10" name="content:line-97:0"/>
          <p:cNvSpPr txBox="1"/>
          <p:nvPr/>
        </p:nvSpPr>
        <p:spPr>
          <a:xfrm>
            <a:off x="594360" y="418185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Add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httpx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 so you can test the API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FastAPI's test client.</a:t>
            </a:r>
          </a:p>
        </p:txBody>
      </p:sp>
      <p:sp>
        <p:nvSpPr>
          <p:cNvPr id="11" name="content:line-98:0"/>
          <p:cNvSpPr txBox="1"/>
          <p:nvPr/>
        </p:nvSpPr>
        <p:spPr>
          <a:xfrm>
            <a:off x="594360" y="50261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starter files, with the exact lines, are in the Sandbox's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session-4-starter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folder.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21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Run the API locally first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9</a:t>
            </a:r>
          </a:p>
        </p:txBody>
      </p:sp>
      <p:sp>
        <p:nvSpPr>
          <p:cNvPr id="6" name="content:line-105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pip install -e '.[api,test]'</a:t>
            </a:r>
          </a:p>
        </p:txBody>
      </p:sp>
      <p:sp>
        <p:nvSpPr>
          <p:cNvPr id="7" name="content:line-106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uvicorn device_limit.api:app --port 8000</a:t>
            </a:r>
          </a:p>
        </p:txBody>
      </p:sp>
      <p:sp>
        <p:nvSpPr>
          <p:cNvPr id="8" name="content:line-107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-F file=@data/device_counts.csv http://127.0.0.1:8000/predict</a:t>
            </a:r>
          </a:p>
        </p:txBody>
      </p:sp>
      <p:sp>
        <p:nvSpPr>
          <p:cNvPr id="9" name="content:line-110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Visit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interactive page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 generates.</a:t>
            </a:r>
          </a:p>
        </p:txBody>
      </p:sp>
      <p:sp>
        <p:nvSpPr>
          <p:cNvPr id="10" name="content:line-111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Send a CSV with a column missing and read the 422 message.</a:t>
            </a:r>
          </a:p>
        </p:txBody>
      </p:sp>
      <p:sp>
        <p:nvSpPr>
          <p:cNvPr id="11" name="content:line-112:0"/>
          <p:cNvSpPr txBox="1"/>
          <p:nvPr/>
        </p:nvSpPr>
        <p:spPr>
          <a:xfrm>
            <a:off x="594360" y="42077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then put it in a container: if it fails locally, it will fail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21</a:t>
            </a:r>
          </a:p>
        </p:txBody>
      </p:sp>
      <p:sp>
        <p:nvSpPr>
          <p:cNvPr id="4" name="title:line-1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An image is a recipe's built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10</a:t>
            </a:r>
          </a:p>
        </p:txBody>
      </p:sp>
      <p:sp>
        <p:nvSpPr>
          <p:cNvPr id="6" name="content:line-1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Dockerfile describes how to assemble an image: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dependencies, code, and a startup command.</a:t>
            </a:r>
          </a:p>
        </p:txBody>
      </p:sp>
      <p:sp>
        <p:nvSpPr>
          <p:cNvPr id="7" name="content:line-1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image is a packaged filesystem and defaults; a container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running instance of it.</a:t>
            </a:r>
          </a:p>
        </p:txBody>
      </p:sp>
      <p:sp>
        <p:nvSpPr>
          <p:cNvPr id="8" name="content:line-120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isolates Python packages; containers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also supply user-space system files and process/network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isolation.</a:t>
            </a:r>
          </a:p>
        </p:txBody>
      </p:sp>
      <p:sp>
        <p:nvSpPr>
          <p:cNvPr id="9" name="content:line-12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Containers share a host kernel; packaging alone does not prove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matching outputs.</a:t>
            </a:r>
          </a:p>
        </p:txBody>
      </p:sp>
      <p:sp>
        <p:nvSpPr>
          <p:cNvPr id="10" name="content:line-12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build context is the directory Docker can copy from: here,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your Backend repo's root.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21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Dockerfile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11</a:t>
            </a:r>
          </a:p>
        </p:txBody>
      </p:sp>
      <p:sp>
        <p:nvSpPr>
          <p:cNvPr id="6" name="content:line-12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python:3.12-slim          start from a small Python image</a:t>
            </a:r>
          </a:p>
        </p:txBody>
      </p:sp>
      <p:sp>
        <p:nvSpPr>
          <p:cNvPr id="7" name="content:line-130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COPY setup.cfg ... README.md   copy what pip needs to install</a:t>
            </a:r>
          </a:p>
        </p:txBody>
      </p:sp>
      <p:sp>
        <p:nvSpPr>
          <p:cNvPr id="8" name="content:line-131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COPY src ./src</a:t>
            </a:r>
          </a:p>
        </p:txBody>
      </p:sp>
      <p:sp>
        <p:nvSpPr>
          <p:cNvPr id="9" name="content:line-132:0"/>
          <p:cNvSpPr txBox="1"/>
          <p:nvPr/>
        </p:nvSpPr>
        <p:spPr>
          <a:xfrm>
            <a:off x="594360" y="2871215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RUN pip install ".[api]"       install your package and the API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extras</a:t>
            </a:r>
          </a:p>
        </p:txBody>
      </p:sp>
      <p:sp>
        <p:nvSpPr>
          <p:cNvPr id="10" name="content:line-133:0"/>
          <p:cNvSpPr txBox="1"/>
          <p:nvPr/>
        </p:nvSpPr>
        <p:spPr>
          <a:xfrm>
            <a:off x="594360" y="35509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CMD uvicorn device_limit.api:app --host 0.0.0.0 --port 8000</a:t>
            </a:r>
          </a:p>
        </p:txBody>
      </p:sp>
      <p:sp>
        <p:nvSpPr>
          <p:cNvPr id="11" name="content:line-136:0"/>
          <p:cNvSpPr txBox="1"/>
          <p:nvPr/>
        </p:nvSpPr>
        <p:spPr>
          <a:xfrm>
            <a:off x="594360" y="39288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line is a layer; unchanged layers are reused from cache.</a:t>
            </a:r>
          </a:p>
        </p:txBody>
      </p:sp>
      <p:sp>
        <p:nvSpPr>
          <p:cNvPr id="12" name="content:line-137:0"/>
          <p:cNvSpPr txBox="1"/>
          <p:nvPr/>
        </p:nvSpPr>
        <p:spPr>
          <a:xfrm>
            <a:off x="594360" y="44211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0.0.0.0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makes the server reachable from outside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container.</a:t>
            </a:r>
          </a:p>
        </p:txBody>
      </p:sp>
      <p:sp>
        <p:nvSpPr>
          <p:cNvPr id="13" name="content:line-138:0"/>
          <p:cNvSpPr txBox="1"/>
          <p:nvPr/>
        </p:nvSpPr>
        <p:spPr>
          <a:xfrm>
            <a:off x="594360" y="526542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file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.dockerignore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keeps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tests out of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image.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21</a:t>
            </a:r>
          </a:p>
        </p:txBody>
      </p:sp>
      <p:sp>
        <p:nvSpPr>
          <p:cNvPr id="4" name="title:line-14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Compose connects two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12</a:t>
            </a:r>
          </a:p>
        </p:txBody>
      </p:sp>
      <p:sp>
        <p:nvSpPr>
          <p:cNvPr id="6" name="content:line-14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service is a named application component. Compose builds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 them together.</a:t>
            </a:r>
          </a:p>
        </p:txBody>
      </p:sp>
      <p:sp>
        <p:nvSpPr>
          <p:cNvPr id="7" name="content:line-147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compose.yaml</a:t>
            </a:r>
          </a:p>
        </p:txBody>
      </p:sp>
      <p:sp>
        <p:nvSpPr>
          <p:cNvPr id="8" name="content:line-148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backend:  build .                  (your Dockerfile)</a:t>
            </a:r>
          </a:p>
        </p:txBody>
      </p:sp>
      <p:sp>
        <p:nvSpPr>
          <p:cNvPr id="9" name="content:line-149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8000 -&gt; container 8000</a:t>
            </a:r>
          </a:p>
        </p:txBody>
      </p:sp>
      <p:sp>
        <p:nvSpPr>
          <p:cNvPr id="10" name="content:line-150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frontend: build &lt;3R-frontend git URL&gt;#v1.0.0</a:t>
            </a:r>
          </a:p>
        </p:txBody>
      </p:sp>
      <p:sp>
        <p:nvSpPr>
          <p:cNvPr id="11" name="content:line-151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8501 -&gt; container 8501</a:t>
            </a:r>
          </a:p>
        </p:txBody>
      </p:sp>
      <p:sp>
        <p:nvSpPr>
          <p:cNvPr id="12" name="content:line-152:0"/>
          <p:cNvSpPr txBox="1"/>
          <p:nvPr/>
        </p:nvSpPr>
        <p:spPr>
          <a:xfrm>
            <a:off x="594360" y="44714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BACKEND_URL=http://backend:8000</a:t>
            </a:r>
          </a:p>
        </p:txBody>
      </p:sp>
      <p:sp>
        <p:nvSpPr>
          <p:cNvPr id="13" name="content:line-155:0"/>
          <p:cNvSpPr txBox="1"/>
          <p:nvPr/>
        </p:nvSpPr>
        <p:spPr>
          <a:xfrm>
            <a:off x="594360" y="4849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frontend is built straight from the Frontend repo's pinned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tag: the same idea as installing a Release from its git URL.</a:t>
            </a:r>
          </a:p>
        </p:txBody>
      </p:sp>
      <p:sp>
        <p:nvSpPr>
          <p:cNvPr id="14" name="content:line-156:0"/>
          <p:cNvSpPr txBox="1"/>
          <p:nvPr/>
        </p:nvSpPr>
        <p:spPr>
          <a:xfrm>
            <a:off x="594360" y="56936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 not edit the frontend; you only configure where it finds the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21  ·  CONTINUED 2</a:t>
            </a:r>
          </a:p>
        </p:txBody>
      </p:sp>
      <p:sp>
        <p:nvSpPr>
          <p:cNvPr id="4" name="title:line-14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Compose connects two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13</a:t>
            </a:r>
          </a:p>
        </p:txBody>
      </p:sp>
      <p:sp>
        <p:nvSpPr>
          <p:cNvPr id="6" name="content:line-156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21</a:t>
            </a:r>
          </a:p>
        </p:txBody>
      </p:sp>
      <p:sp>
        <p:nvSpPr>
          <p:cNvPr id="4" name="title:line-1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Addresses depend on who is calling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14</a:t>
            </a:r>
          </a:p>
        </p:txBody>
      </p:sp>
      <p:sp>
        <p:nvSpPr>
          <p:cNvPr id="6" name="content:line-16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on host → Streamlit: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6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curl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6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inside Compose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6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health probe → itself: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66:0"/>
          <p:cNvSpPr txBox="1"/>
          <p:nvPr/>
        </p:nvSpPr>
        <p:spPr>
          <a:xfrm>
            <a:off x="594360" y="3706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DNS means looking up an address by name. Compose resolves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its shared network.</a:t>
            </a:r>
          </a:p>
        </p:txBody>
      </p:sp>
      <p:sp>
        <p:nvSpPr>
          <p:cNvPr id="11" name="content:line-167:0"/>
          <p:cNvSpPr txBox="1"/>
          <p:nvPr/>
        </p:nvSpPr>
        <p:spPr>
          <a:xfrm>
            <a:off x="594360" y="455066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localhost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the caller's own network environment.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Inside frontend, it points to frontend; the host browser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resolve Compose service names.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21</a:t>
            </a:r>
          </a:p>
        </p:txBody>
      </p:sp>
      <p:sp>
        <p:nvSpPr>
          <p:cNvPr id="4" name="title:line-17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Started is different from ready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15</a:t>
            </a:r>
          </a:p>
        </p:txBody>
      </p:sp>
      <p:sp>
        <p:nvSpPr>
          <p:cNvPr id="6" name="content:line-17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GET 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returning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{"status":"ok"}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says the API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available, not that uploaded data are valid.</a:t>
            </a:r>
          </a:p>
        </p:txBody>
      </p:sp>
      <p:sp>
        <p:nvSpPr>
          <p:cNvPr id="7" name="content:line-17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backend healthcheck probes that endpoint inside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container.</a:t>
            </a:r>
          </a:p>
        </p:txBody>
      </p:sp>
      <p:sp>
        <p:nvSpPr>
          <p:cNvPr id="8" name="content:line-17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Frontend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depends_on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uses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condition: service_healthy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wait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backend health before starting frontend.</a:t>
            </a:r>
          </a:p>
        </p:txBody>
      </p:sp>
      <p:sp>
        <p:nvSpPr>
          <p:cNvPr id="9" name="content:line-176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startup gate does not guarantee later backend availability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 restart frontend after a later failure.</a:t>
            </a:r>
          </a:p>
        </p:txBody>
      </p:sp>
      <p:sp>
        <p:nvSpPr>
          <p:cNvPr id="10" name="content:line-177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the logs instead of adding an arbitrary sleep.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21</a:t>
            </a:r>
          </a:p>
        </p:txBody>
      </p:sp>
      <p:sp>
        <p:nvSpPr>
          <p:cNvPr id="4" name="title:line-1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add the API and run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16</a:t>
            </a:r>
          </a:p>
        </p:txBody>
      </p:sp>
      <p:sp>
        <p:nvSpPr>
          <p:cNvPr id="6" name="content:line-18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Copy the starter files, add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extra, then:</a:t>
            </a:r>
          </a:p>
        </p:txBody>
      </p:sp>
      <p:sp>
        <p:nvSpPr>
          <p:cNvPr id="7" name="content:line-18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pip install -e '.[api,test]'</a:t>
            </a:r>
          </a:p>
        </p:txBody>
      </p:sp>
      <p:sp>
        <p:nvSpPr>
          <p:cNvPr id="8" name="content:line-18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uvicorn device_limit.api:app --port 8000</a:t>
            </a:r>
          </a:p>
        </p:txBody>
      </p:sp>
      <p:sp>
        <p:nvSpPr>
          <p:cNvPr id="9" name="content:line-190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another terminal:</a:t>
            </a:r>
          </a:p>
        </p:txBody>
      </p:sp>
      <p:sp>
        <p:nvSpPr>
          <p:cNvPr id="10" name="content:line-193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-F file=@data/device_counts.csv http://127.0.0.1:8000/predict</a:t>
            </a:r>
          </a:p>
        </p:txBody>
      </p:sp>
      <p:sp>
        <p:nvSpPr>
          <p:cNvPr id="11" name="content:line-196:0"/>
          <p:cNvSpPr txBox="1"/>
          <p:nvPr/>
        </p:nvSpPr>
        <p:spPr>
          <a:xfrm>
            <a:off x="594360" y="38557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the three limit dates from last session.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21</a:t>
            </a:r>
          </a:p>
        </p:txBody>
      </p:sp>
      <p:sp>
        <p:nvSpPr>
          <p:cNvPr id="4" name="title:line-20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both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17</a:t>
            </a:r>
          </a:p>
        </p:txBody>
      </p:sp>
      <p:sp>
        <p:nvSpPr>
          <p:cNvPr id="6" name="content:line-203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--build</a:t>
            </a:r>
          </a:p>
        </p:txBody>
      </p:sp>
      <p:sp>
        <p:nvSpPr>
          <p:cNvPr id="7" name="content:line-206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http://localhost:8501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upload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data/device_counts.csv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07:0"/>
          <p:cNvSpPr txBox="1"/>
          <p:nvPr/>
        </p:nvSpPr>
        <p:spPr>
          <a:xfrm>
            <a:off x="594360" y="29596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table shows the same three limit dates as your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limits.csv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08:0"/>
          <p:cNvSpPr txBox="1"/>
          <p:nvPr/>
        </p:nvSpPr>
        <p:spPr>
          <a:xfrm>
            <a:off x="594360" y="34518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Ctrl+C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21</a:t>
            </a:r>
          </a:p>
        </p:txBody>
      </p:sp>
      <p:sp>
        <p:nvSpPr>
          <p:cNvPr id="4" name="title:line-21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a controlled connection fault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18</a:t>
            </a:r>
          </a:p>
        </p:txBody>
      </p:sp>
      <p:sp>
        <p:nvSpPr>
          <p:cNvPr id="6" name="content:line-21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compose.yaml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change the frontend's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BACKEND_URL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then restart:</a:t>
            </a:r>
          </a:p>
        </p:txBody>
      </p:sp>
      <p:sp>
        <p:nvSpPr>
          <p:cNvPr id="7" name="content:line-217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--build</a:t>
            </a:r>
          </a:p>
        </p:txBody>
      </p:sp>
      <p:sp>
        <p:nvSpPr>
          <p:cNvPr id="8" name="content:line-220:0"/>
          <p:cNvSpPr txBox="1"/>
          <p:nvPr/>
        </p:nvSpPr>
        <p:spPr>
          <a:xfrm>
            <a:off x="594360" y="29596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page now says it could not connect to the backend at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address.</a:t>
            </a:r>
          </a:p>
        </p:txBody>
      </p:sp>
      <p:sp>
        <p:nvSpPr>
          <p:cNvPr id="9" name="content:line-222:0"/>
          <p:cNvSpPr txBox="1"/>
          <p:nvPr/>
        </p:nvSpPr>
        <p:spPr>
          <a:xfrm>
            <a:off x="594360" y="38039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line of the message names the wrong address?</a:t>
            </a:r>
          </a:p>
        </p:txBody>
      </p:sp>
      <p:sp>
        <p:nvSpPr>
          <p:cNvPr id="10" name="content:line-223:0"/>
          <p:cNvSpPr txBox="1"/>
          <p:nvPr/>
        </p:nvSpPr>
        <p:spPr>
          <a:xfrm>
            <a:off x="594360" y="42961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Fix the port, restart, and upload again.</a:t>
            </a:r>
          </a:p>
        </p:txBody>
      </p:sp>
      <p:sp>
        <p:nvSpPr>
          <p:cNvPr id="11" name="content:line-224:0"/>
          <p:cNvSpPr txBox="1"/>
          <p:nvPr/>
        </p:nvSpPr>
        <p:spPr>
          <a:xfrm>
            <a:off x="594360" y="47884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the logs of each service: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logs backend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frontend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21</a:t>
            </a:r>
          </a:p>
        </p:txBody>
      </p:sp>
      <p:sp>
        <p:nvSpPr>
          <p:cNvPr id="4" name="title:line-22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19</a:t>
            </a:r>
          </a:p>
        </p:txBody>
      </p:sp>
      <p:sp>
        <p:nvSpPr>
          <p:cNvPr id="6" name="content:line-23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successive runs under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conditions; run locally twice.</a:t>
            </a:r>
          </a:p>
        </p:txBody>
      </p:sp>
      <p:sp>
        <p:nvSpPr>
          <p:cNvPr id="7" name="content:line-231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 local Python with Docker.</a:t>
            </a:r>
          </a:p>
        </p:txBody>
      </p:sp>
      <p:sp>
        <p:nvSpPr>
          <p:cNvPr id="8" name="content:line-232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independent simulation; discussed conceptually here.</a:t>
            </a:r>
          </a:p>
        </p:txBody>
      </p:sp>
      <p:sp>
        <p:nvSpPr>
          <p:cNvPr id="9" name="content:line-233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unchanged across captures. Record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differences.</a:t>
            </a:r>
          </a:p>
        </p:txBody>
      </p:sp>
      <p:sp>
        <p:nvSpPr>
          <p:cNvPr id="10" name="content:line-234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these meanings.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21</a:t>
            </a:r>
          </a:p>
        </p:txBody>
      </p:sp>
      <p:sp>
        <p:nvSpPr>
          <p:cNvPr id="4" name="title:line-2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Homework preview: compare local and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Docker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20</a:t>
            </a:r>
          </a:p>
        </p:txBody>
      </p:sp>
      <p:sp>
        <p:nvSpPr>
          <p:cNvPr id="6" name="content:line-24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Decide what must agree before you compare.</a:t>
            </a:r>
          </a:p>
        </p:txBody>
      </p:sp>
      <p:sp>
        <p:nvSpPr>
          <p:cNvPr id="7" name="content:line-242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limit dates are whole days, so they are compared exactly.</a:t>
            </a:r>
          </a:p>
        </p:txBody>
      </p:sp>
      <p:sp>
        <p:nvSpPr>
          <p:cNvPr id="8" name="content:line-243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the command-line tool locally and send the same CSV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API running in Docker.</a:t>
            </a:r>
          </a:p>
        </p:txBody>
      </p:sp>
      <p:sp>
        <p:nvSpPr>
          <p:cNvPr id="9" name="content:line-244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the dates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limits.csv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the API's JSON,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write down the result.</a:t>
            </a:r>
          </a:p>
        </p:txBody>
      </p:sp>
      <p:sp>
        <p:nvSpPr>
          <p:cNvPr id="10" name="content:line-245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If they differ, record Python and library versions for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before changing anything.</a:t>
            </a:r>
          </a:p>
        </p:txBody>
      </p:sp>
      <p:sp>
        <p:nvSpPr>
          <p:cNvPr id="11" name="content:line-247:0"/>
          <p:cNvSpPr txBox="1"/>
          <p:nvPr/>
        </p:nvSpPr>
        <p:spPr>
          <a:xfrm>
            <a:off x="594360" y="52547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Details of the homework will be posted separately.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21</a:t>
            </a:r>
          </a:p>
        </p:txBody>
      </p:sp>
      <p:sp>
        <p:nvSpPr>
          <p:cNvPr id="4" name="title:line-25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Hands-on: 40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21</a:t>
            </a:r>
          </a:p>
        </p:txBody>
      </p:sp>
      <p:sp>
        <p:nvSpPr>
          <p:cNvPr id="6" name="content:line-25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copy the starter files, run the API locally, send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curl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5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 minutes: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up --build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upload in the page,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limits.csv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5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the controlled connection fault — find it from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page message and the logs, then fix it.</a:t>
            </a:r>
          </a:p>
        </p:txBody>
      </p:sp>
      <p:sp>
        <p:nvSpPr>
          <p:cNvPr id="9" name="content:line-256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5 minutes: record what worked in your README.</a:t>
            </a:r>
          </a:p>
        </p:txBody>
      </p:sp>
      <p:sp>
        <p:nvSpPr>
          <p:cNvPr id="10" name="content:line-258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the exercise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stuck.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21</a:t>
            </a:r>
          </a:p>
        </p:txBody>
      </p:sp>
      <p:sp>
        <p:nvSpPr>
          <p:cNvPr id="4" name="title:line-26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22</a:t>
            </a:r>
          </a:p>
        </p:txBody>
      </p:sp>
      <p:sp>
        <p:nvSpPr>
          <p:cNvPr id="6" name="content:line-26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checkpoint: both services run together from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Backend repo.</a:t>
            </a:r>
          </a:p>
        </p:txBody>
      </p:sp>
      <p:sp>
        <p:nvSpPr>
          <p:cNvPr id="7" name="content:line-26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is approximately two hours; includes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local-versus-Docker comparison.</a:t>
            </a:r>
          </a:p>
        </p:txBody>
      </p:sp>
      <p:sp>
        <p:nvSpPr>
          <p:cNvPr id="8" name="content:line-267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Prepare to demonstrate startup, an upload, your tests and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Releases in Session 5.</a:t>
            </a:r>
          </a:p>
        </p:txBody>
      </p:sp>
      <p:sp>
        <p:nvSpPr>
          <p:cNvPr id="9" name="content:line-268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links to your pull requests, reviews, and CI runs ready.</a:t>
            </a:r>
          </a:p>
        </p:txBody>
      </p:sp>
      <p:sp>
        <p:nvSpPr>
          <p:cNvPr id="10" name="content:line-270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final presentation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4: An API, containers, and Compose</dc:title>
  <dc:subject>Editable slides generated from session-4.md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